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Frankfurter Medium" charset="1" panose="020F0604020204080C04"/>
      <p:regular r:id="rId27"/>
    </p:embeddedFont>
    <p:embeddedFont>
      <p:font typeface="The Seasons" charset="1" panose="00000000000000000000"/>
      <p:regular r:id="rId28"/>
    </p:embeddedFont>
    <p:embeddedFont>
      <p:font typeface="Fredoka" charset="1" panose="02000000000000000000"/>
      <p:regular r:id="rId29"/>
    </p:embeddedFont>
    <p:embeddedFont>
      <p:font typeface="Poppins Bold" charset="1" panose="00000800000000000000"/>
      <p:regular r:id="rId30"/>
    </p:embeddedFont>
    <p:embeddedFont>
      <p:font typeface="Anton" charset="1" panose="00000500000000000000"/>
      <p:regular r:id="rId31"/>
    </p:embeddedFont>
    <p:embeddedFont>
      <p:font typeface="Open Sans" charset="1" panose="020B060603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5868" y="-9118884"/>
            <a:ext cx="32599736" cy="28524769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9302" y="4604989"/>
            <a:ext cx="1230882" cy="1077022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754" y="2489637"/>
            <a:ext cx="7956493" cy="7797363"/>
          </a:xfrm>
          <a:custGeom>
            <a:avLst/>
            <a:gdLst/>
            <a:ahLst/>
            <a:cxnLst/>
            <a:rect r="r" b="b" t="t" l="l"/>
            <a:pathLst>
              <a:path h="7797363" w="7956493">
                <a:moveTo>
                  <a:pt x="0" y="0"/>
                </a:moveTo>
                <a:lnTo>
                  <a:pt x="7956492" y="0"/>
                </a:lnTo>
                <a:lnTo>
                  <a:pt x="7956492" y="7797363"/>
                </a:lnTo>
                <a:lnTo>
                  <a:pt x="0" y="7797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8397" y="-295275"/>
            <a:ext cx="10311206" cy="587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06"/>
              </a:lnSpc>
            </a:pPr>
            <a:r>
              <a:rPr lang="en-US" sz="15575">
                <a:solidFill>
                  <a:srgbClr val="000000"/>
                </a:solidFill>
                <a:latin typeface="Frankfurter Medium"/>
                <a:ea typeface="Frankfurter Medium"/>
                <a:cs typeface="Frankfurter Medium"/>
                <a:sym typeface="Frankfurter Medium"/>
              </a:rPr>
              <a:t>Remember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9302" y="4604989"/>
            <a:ext cx="1230882" cy="107702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34034" y="9172575"/>
            <a:ext cx="5287035" cy="37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“</a:t>
            </a:r>
            <a:r>
              <a:rPr lang="en-US" sz="1931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Tecnología con corazón para cuidar la mente.”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2621" y="2692503"/>
            <a:ext cx="10122759" cy="39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3"/>
              </a:lnSpc>
            </a:pPr>
            <a:r>
              <a:rPr lang="en-US" sz="22845">
                <a:solidFill>
                  <a:srgbClr val="C1FF72"/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44957" y="3044928"/>
            <a:ext cx="2447061" cy="37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Ahora explicado con...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72783" y="-1030431"/>
            <a:ext cx="29247712" cy="13375697"/>
            <a:chOff x="0" y="0"/>
            <a:chExt cx="38996949" cy="17834262"/>
          </a:xfrm>
        </p:grpSpPr>
        <p:sp>
          <p:nvSpPr>
            <p:cNvPr name="TextBox 3" id="3"/>
            <p:cNvSpPr txBox="true"/>
            <p:nvPr/>
          </p:nvSpPr>
          <p:spPr>
            <a:xfrm rot="-1802019">
              <a:off x="9058561" y="9181310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-1802019">
              <a:off x="19763636" y="3241752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-1802019">
              <a:off x="10818487" y="2842052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-1802019">
              <a:off x="113412" y="9181310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-1802019">
              <a:off x="17360945" y="10709831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-1802019">
              <a:off x="28405287" y="4366370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-1802019">
              <a:off x="3497666" y="2041598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-1802019">
              <a:off x="24618655" y="11643952"/>
              <a:ext cx="10316160" cy="386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46"/>
                </a:lnSpc>
              </a:pPr>
              <a:r>
                <a:rPr lang="en-US" sz="17461">
                  <a:solidFill>
                    <a:srgbClr val="C1FF72">
                      <a:alpha val="4706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SCRUM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10443" y="620652"/>
            <a:ext cx="5971759" cy="1341239"/>
            <a:chOff x="0" y="0"/>
            <a:chExt cx="7962346" cy="1788319"/>
          </a:xfrm>
        </p:grpSpPr>
        <p:grpSp>
          <p:nvGrpSpPr>
            <p:cNvPr name="Group 12" id="12"/>
            <p:cNvGrpSpPr/>
            <p:nvPr/>
          </p:nvGrpSpPr>
          <p:grpSpPr>
            <a:xfrm rot="5400000">
              <a:off x="3087014" y="-3087014"/>
              <a:ext cx="1788319" cy="7962346"/>
              <a:chOff x="0" y="0"/>
              <a:chExt cx="660400" cy="294037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" cy="2940378"/>
              </a:xfrm>
              <a:custGeom>
                <a:avLst/>
                <a:gdLst/>
                <a:ahLst/>
                <a:cxnLst/>
                <a:rect r="r" b="b" t="t" l="l"/>
                <a:pathLst>
                  <a:path h="294037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75762"/>
                    </a:cubicBezTo>
                    <a:lnTo>
                      <a:pt x="660400" y="2940378"/>
                    </a:lnTo>
                    <a:lnTo>
                      <a:pt x="0" y="2940378"/>
                    </a:lnTo>
                    <a:lnTo>
                      <a:pt x="0" y="377665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41275"/>
                <a:ext cx="660400" cy="28991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68492" y="263318"/>
              <a:ext cx="6225362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b="true" sz="49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Vision General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127085" y="6172200"/>
            <a:ext cx="2132215" cy="4114800"/>
          </a:xfrm>
          <a:custGeom>
            <a:avLst/>
            <a:gdLst/>
            <a:ahLst/>
            <a:cxnLst/>
            <a:rect r="r" b="b" t="t" l="l"/>
            <a:pathLst>
              <a:path h="4114800" w="2132215">
                <a:moveTo>
                  <a:pt x="0" y="0"/>
                </a:moveTo>
                <a:lnTo>
                  <a:pt x="2132215" y="0"/>
                </a:lnTo>
                <a:lnTo>
                  <a:pt x="21322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636999">
            <a:off x="2664692" y="5017798"/>
            <a:ext cx="1509038" cy="1809941"/>
          </a:xfrm>
          <a:custGeom>
            <a:avLst/>
            <a:gdLst/>
            <a:ahLst/>
            <a:cxnLst/>
            <a:rect r="r" b="b" t="t" l="l"/>
            <a:pathLst>
              <a:path h="1809941" w="1509038">
                <a:moveTo>
                  <a:pt x="0" y="0"/>
                </a:moveTo>
                <a:lnTo>
                  <a:pt x="1509038" y="0"/>
                </a:lnTo>
                <a:lnTo>
                  <a:pt x="1509038" y="1809941"/>
                </a:lnTo>
                <a:lnTo>
                  <a:pt x="0" y="1809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42648" y="4639260"/>
            <a:ext cx="8616851" cy="87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9"/>
              </a:lnSpc>
              <a:spcBef>
                <a:spcPct val="0"/>
              </a:spcBef>
            </a:pPr>
            <a:r>
              <a:rPr lang="en-US" b="true" sz="49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Remember You: app móvil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1627172">
            <a:off x="14050058" y="2964198"/>
            <a:ext cx="1509038" cy="1809941"/>
          </a:xfrm>
          <a:custGeom>
            <a:avLst/>
            <a:gdLst/>
            <a:ahLst/>
            <a:cxnLst/>
            <a:rect r="r" b="b" t="t" l="l"/>
            <a:pathLst>
              <a:path h="1809941" w="1509038">
                <a:moveTo>
                  <a:pt x="0" y="0"/>
                </a:moveTo>
                <a:lnTo>
                  <a:pt x="1509038" y="0"/>
                </a:lnTo>
                <a:lnTo>
                  <a:pt x="1509038" y="1809941"/>
                </a:lnTo>
                <a:lnTo>
                  <a:pt x="0" y="1809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02019">
            <a:off x="1400877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-1802019">
            <a:off x="2720821" y="1025581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4" id="4"/>
          <p:cNvSpPr txBox="true"/>
          <p:nvPr/>
        </p:nvSpPr>
        <p:spPr>
          <a:xfrm rot="-1802019">
            <a:off x="-2769794" y="425240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10443" y="620652"/>
            <a:ext cx="5971759" cy="1341239"/>
            <a:chOff x="0" y="0"/>
            <a:chExt cx="7962346" cy="1788319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3087014" y="-3087014"/>
              <a:ext cx="1788319" cy="7962346"/>
              <a:chOff x="0" y="0"/>
              <a:chExt cx="660400" cy="294037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" cy="2940378"/>
              </a:xfrm>
              <a:custGeom>
                <a:avLst/>
                <a:gdLst/>
                <a:ahLst/>
                <a:cxnLst/>
                <a:rect r="r" b="b" t="t" l="l"/>
                <a:pathLst>
                  <a:path h="294037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75762"/>
                    </a:cubicBezTo>
                    <a:lnTo>
                      <a:pt x="660400" y="2940378"/>
                    </a:lnTo>
                    <a:lnTo>
                      <a:pt x="0" y="2940378"/>
                    </a:lnTo>
                    <a:lnTo>
                      <a:pt x="0" y="377665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41275"/>
                <a:ext cx="660400" cy="28991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868492" y="263318"/>
              <a:ext cx="6225362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sz="49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Roles Scrum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682206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8" y="0"/>
                </a:lnTo>
                <a:lnTo>
                  <a:pt x="2923588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1802019">
            <a:off x="9429683" y="132535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2" id="12"/>
          <p:cNvSpPr txBox="true"/>
          <p:nvPr/>
        </p:nvSpPr>
        <p:spPr>
          <a:xfrm rot="-1802019">
            <a:off x="7627665" y="6926415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3" id="13"/>
          <p:cNvSpPr txBox="true"/>
          <p:nvPr/>
        </p:nvSpPr>
        <p:spPr>
          <a:xfrm rot="-1802019">
            <a:off x="13070947" y="762700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59091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9" y="0"/>
                </a:lnTo>
                <a:lnTo>
                  <a:pt x="2923589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108280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8" y="0"/>
                </a:lnTo>
                <a:lnTo>
                  <a:pt x="2923588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-1802019">
            <a:off x="-5307985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7" id="17"/>
          <p:cNvSpPr txBox="true"/>
          <p:nvPr/>
        </p:nvSpPr>
        <p:spPr>
          <a:xfrm rot="-1802019">
            <a:off x="15910921" y="2168819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0011" y="2851875"/>
            <a:ext cx="310797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875" y="2851875"/>
            <a:ext cx="454402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de Desarrollo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98064" y="2851875"/>
            <a:ext cx="454402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de Desarrollo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34863" y="6610854"/>
            <a:ext cx="14704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Diego Venegas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9418" y="6557669"/>
            <a:ext cx="16491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Matías Sandoval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88514" y="6557669"/>
            <a:ext cx="126474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Danilo Luque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02019">
            <a:off x="2720821" y="1025581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-1802019">
            <a:off x="-2769794" y="425240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0443" y="620652"/>
            <a:ext cx="6780870" cy="1341239"/>
            <a:chOff x="0" y="0"/>
            <a:chExt cx="9041160" cy="1788319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3626421" y="-3626421"/>
              <a:ext cx="1788319" cy="9041160"/>
              <a:chOff x="0" y="0"/>
              <a:chExt cx="660400" cy="33387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" cy="3338768"/>
              </a:xfrm>
              <a:custGeom>
                <a:avLst/>
                <a:gdLst/>
                <a:ahLst/>
                <a:cxnLst/>
                <a:rect r="r" b="b" t="t" l="l"/>
                <a:pathLst>
                  <a:path h="333876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84611"/>
                    </a:cubicBezTo>
                    <a:lnTo>
                      <a:pt x="660400" y="3338768"/>
                    </a:lnTo>
                    <a:lnTo>
                      <a:pt x="0" y="3338768"/>
                    </a:lnTo>
                    <a:lnTo>
                      <a:pt x="0" y="386803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1275"/>
                <a:ext cx="660400" cy="32974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86163" y="263318"/>
              <a:ext cx="7068833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sz="49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 Backlog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-1802019">
            <a:off x="1400877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0" id="10"/>
          <p:cNvSpPr txBox="true"/>
          <p:nvPr/>
        </p:nvSpPr>
        <p:spPr>
          <a:xfrm rot="-1802019">
            <a:off x="9429683" y="132535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1" id="11"/>
          <p:cNvSpPr txBox="true"/>
          <p:nvPr/>
        </p:nvSpPr>
        <p:spPr>
          <a:xfrm rot="-1802019">
            <a:off x="7627665" y="6926415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6864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1802019">
            <a:off x="-5307985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57681" y="7262275"/>
            <a:ext cx="2412745" cy="2590867"/>
          </a:xfrm>
          <a:custGeom>
            <a:avLst/>
            <a:gdLst/>
            <a:ahLst/>
            <a:cxnLst/>
            <a:rect r="r" b="b" t="t" l="l"/>
            <a:pathLst>
              <a:path h="2590867" w="2412745">
                <a:moveTo>
                  <a:pt x="0" y="0"/>
                </a:moveTo>
                <a:lnTo>
                  <a:pt x="2412746" y="0"/>
                </a:lnTo>
                <a:lnTo>
                  <a:pt x="2412746" y="2590868"/>
                </a:lnTo>
                <a:lnTo>
                  <a:pt x="0" y="259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1802019">
            <a:off x="15879366" y="2168819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6" id="16"/>
          <p:cNvSpPr txBox="true"/>
          <p:nvPr/>
        </p:nvSpPr>
        <p:spPr>
          <a:xfrm rot="-1802019">
            <a:off x="13070947" y="762700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709115" y="2504679"/>
            <a:ext cx="2412745" cy="2590867"/>
          </a:xfrm>
          <a:custGeom>
            <a:avLst/>
            <a:gdLst/>
            <a:ahLst/>
            <a:cxnLst/>
            <a:rect r="r" b="b" t="t" l="l"/>
            <a:pathLst>
              <a:path h="2590867" w="2412745">
                <a:moveTo>
                  <a:pt x="0" y="0"/>
                </a:moveTo>
                <a:lnTo>
                  <a:pt x="2412745" y="0"/>
                </a:lnTo>
                <a:lnTo>
                  <a:pt x="2412745" y="2590868"/>
                </a:lnTo>
                <a:lnTo>
                  <a:pt x="0" y="259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49651" y="3296714"/>
            <a:ext cx="2412745" cy="2590867"/>
          </a:xfrm>
          <a:custGeom>
            <a:avLst/>
            <a:gdLst/>
            <a:ahLst/>
            <a:cxnLst/>
            <a:rect r="r" b="b" t="t" l="l"/>
            <a:pathLst>
              <a:path h="2590867" w="2412745">
                <a:moveTo>
                  <a:pt x="0" y="0"/>
                </a:moveTo>
                <a:lnTo>
                  <a:pt x="2412745" y="0"/>
                </a:lnTo>
                <a:lnTo>
                  <a:pt x="2412745" y="2590867"/>
                </a:lnTo>
                <a:lnTo>
                  <a:pt x="0" y="259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99777" y="7262275"/>
            <a:ext cx="2412745" cy="2590867"/>
          </a:xfrm>
          <a:custGeom>
            <a:avLst/>
            <a:gdLst/>
            <a:ahLst/>
            <a:cxnLst/>
            <a:rect r="r" b="b" t="t" l="l"/>
            <a:pathLst>
              <a:path h="2590867" w="2412745">
                <a:moveTo>
                  <a:pt x="0" y="0"/>
                </a:moveTo>
                <a:lnTo>
                  <a:pt x="2412745" y="0"/>
                </a:lnTo>
                <a:lnTo>
                  <a:pt x="2412745" y="2590868"/>
                </a:lnTo>
                <a:lnTo>
                  <a:pt x="0" y="259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04165" y="4134825"/>
            <a:ext cx="1903717" cy="84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Registro de usuarios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12195" y="8102290"/>
            <a:ext cx="1903717" cy="84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Actividades variadas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26711" y="3135141"/>
            <a:ext cx="1977554" cy="12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citas médicas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17373" y="7892737"/>
            <a:ext cx="1977554" cy="84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Módulos de seguridad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02019">
            <a:off x="2720821" y="1025581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-1802019">
            <a:off x="-2769794" y="425240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0443" y="620652"/>
            <a:ext cx="6003315" cy="1341239"/>
            <a:chOff x="0" y="0"/>
            <a:chExt cx="8004420" cy="1788319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3108050" y="-3108050"/>
              <a:ext cx="1788319" cy="8004420"/>
              <a:chOff x="0" y="0"/>
              <a:chExt cx="660400" cy="29559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" cy="2955915"/>
              </a:xfrm>
              <a:custGeom>
                <a:avLst/>
                <a:gdLst/>
                <a:ahLst/>
                <a:cxnLst/>
                <a:rect r="r" b="b" t="t" l="l"/>
                <a:pathLst>
                  <a:path h="2955915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76107"/>
                    </a:cubicBezTo>
                    <a:lnTo>
                      <a:pt x="660400" y="2955915"/>
                    </a:lnTo>
                    <a:lnTo>
                      <a:pt x="0" y="2955915"/>
                    </a:lnTo>
                    <a:lnTo>
                      <a:pt x="0" y="37802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1275"/>
                <a:ext cx="660400" cy="29146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73081" y="263318"/>
              <a:ext cx="6258258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sz="49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Backlog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-1802019">
            <a:off x="7627665" y="6926415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364856" y="2600254"/>
            <a:ext cx="6000057" cy="6886723"/>
          </a:xfrm>
          <a:custGeom>
            <a:avLst/>
            <a:gdLst/>
            <a:ahLst/>
            <a:cxnLst/>
            <a:rect r="r" b="b" t="t" l="l"/>
            <a:pathLst>
              <a:path h="6886723" w="6000057">
                <a:moveTo>
                  <a:pt x="0" y="0"/>
                </a:moveTo>
                <a:lnTo>
                  <a:pt x="6000058" y="0"/>
                </a:lnTo>
                <a:lnTo>
                  <a:pt x="6000058" y="6886723"/>
                </a:lnTo>
                <a:lnTo>
                  <a:pt x="0" y="6886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1802019">
            <a:off x="1400877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2" id="12"/>
          <p:cNvSpPr txBox="true"/>
          <p:nvPr/>
        </p:nvSpPr>
        <p:spPr>
          <a:xfrm rot="-1802019">
            <a:off x="9429683" y="132535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3" id="13"/>
          <p:cNvSpPr txBox="true"/>
          <p:nvPr/>
        </p:nvSpPr>
        <p:spPr>
          <a:xfrm rot="-1802019">
            <a:off x="-5307985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4" id="14"/>
          <p:cNvSpPr txBox="true"/>
          <p:nvPr/>
        </p:nvSpPr>
        <p:spPr>
          <a:xfrm rot="-1802019">
            <a:off x="15910921" y="2168819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5" id="15"/>
          <p:cNvSpPr txBox="true"/>
          <p:nvPr/>
        </p:nvSpPr>
        <p:spPr>
          <a:xfrm rot="-1802019">
            <a:off x="13070947" y="762700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02019">
            <a:off x="2720821" y="1025581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-1802019">
            <a:off x="-2769794" y="425240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0443" y="620652"/>
            <a:ext cx="5971759" cy="1341239"/>
            <a:chOff x="0" y="0"/>
            <a:chExt cx="7962346" cy="1788319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3087014" y="-3087014"/>
              <a:ext cx="1788319" cy="7962346"/>
              <a:chOff x="0" y="0"/>
              <a:chExt cx="660400" cy="294037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" cy="2940378"/>
              </a:xfrm>
              <a:custGeom>
                <a:avLst/>
                <a:gdLst/>
                <a:ahLst/>
                <a:cxnLst/>
                <a:rect r="r" b="b" t="t" l="l"/>
                <a:pathLst>
                  <a:path h="294037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75762"/>
                    </a:cubicBezTo>
                    <a:lnTo>
                      <a:pt x="660400" y="2940378"/>
                    </a:lnTo>
                    <a:lnTo>
                      <a:pt x="0" y="2940378"/>
                    </a:lnTo>
                    <a:lnTo>
                      <a:pt x="0" y="377665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1275"/>
                <a:ext cx="660400" cy="28991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68492" y="263318"/>
              <a:ext cx="6225362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sz="49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Daily Scrum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-1802019">
            <a:off x="1400877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0" id="10"/>
          <p:cNvSpPr txBox="true"/>
          <p:nvPr/>
        </p:nvSpPr>
        <p:spPr>
          <a:xfrm rot="-1802019">
            <a:off x="9429683" y="132535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1" id="11"/>
          <p:cNvSpPr txBox="true"/>
          <p:nvPr/>
        </p:nvSpPr>
        <p:spPr>
          <a:xfrm rot="-1802019">
            <a:off x="-5307985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2" id="12"/>
          <p:cNvSpPr txBox="true"/>
          <p:nvPr/>
        </p:nvSpPr>
        <p:spPr>
          <a:xfrm rot="-1802019">
            <a:off x="7627665" y="6926415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964673" y="3968221"/>
            <a:ext cx="10358654" cy="6318779"/>
          </a:xfrm>
          <a:custGeom>
            <a:avLst/>
            <a:gdLst/>
            <a:ahLst/>
            <a:cxnLst/>
            <a:rect r="r" b="b" t="t" l="l"/>
            <a:pathLst>
              <a:path h="6318779" w="10358654">
                <a:moveTo>
                  <a:pt x="0" y="0"/>
                </a:moveTo>
                <a:lnTo>
                  <a:pt x="10358654" y="0"/>
                </a:lnTo>
                <a:lnTo>
                  <a:pt x="10358654" y="6318779"/>
                </a:lnTo>
                <a:lnTo>
                  <a:pt x="0" y="6318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1802019">
            <a:off x="15910921" y="2168819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5" id="15"/>
          <p:cNvSpPr txBox="true"/>
          <p:nvPr/>
        </p:nvSpPr>
        <p:spPr>
          <a:xfrm rot="-1802019">
            <a:off x="13070947" y="762700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02019">
            <a:off x="2720821" y="1025581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-1802019">
            <a:off x="-2769794" y="425240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0443" y="620652"/>
            <a:ext cx="5971759" cy="1341239"/>
            <a:chOff x="0" y="0"/>
            <a:chExt cx="7962346" cy="1788319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3087014" y="-3087014"/>
              <a:ext cx="1788319" cy="7962346"/>
              <a:chOff x="0" y="0"/>
              <a:chExt cx="660400" cy="294037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" cy="2940378"/>
              </a:xfrm>
              <a:custGeom>
                <a:avLst/>
                <a:gdLst/>
                <a:ahLst/>
                <a:cxnLst/>
                <a:rect r="r" b="b" t="t" l="l"/>
                <a:pathLst>
                  <a:path h="294037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75762"/>
                    </a:cubicBezTo>
                    <a:lnTo>
                      <a:pt x="660400" y="2940378"/>
                    </a:lnTo>
                    <a:lnTo>
                      <a:pt x="0" y="2940378"/>
                    </a:lnTo>
                    <a:lnTo>
                      <a:pt x="0" y="377665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BF63"/>
              </a:solidFill>
              <a:ln w="76200" cap="sq">
                <a:solidFill>
                  <a:srgbClr val="478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1275"/>
                <a:ext cx="660400" cy="28991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68492" y="263318"/>
              <a:ext cx="6225362" cy="1128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9"/>
                </a:lnSpc>
              </a:pPr>
              <a:r>
                <a:rPr lang="en-US" sz="49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Sprint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-1802019">
            <a:off x="1400877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0" id="10"/>
          <p:cNvSpPr txBox="true"/>
          <p:nvPr/>
        </p:nvSpPr>
        <p:spPr>
          <a:xfrm rot="-1802019">
            <a:off x="9429683" y="132535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77201" y="3460849"/>
            <a:ext cx="6775368" cy="6852458"/>
          </a:xfrm>
          <a:custGeom>
            <a:avLst/>
            <a:gdLst/>
            <a:ahLst/>
            <a:cxnLst/>
            <a:rect r="r" b="b" t="t" l="l"/>
            <a:pathLst>
              <a:path h="6852458" w="6775368">
                <a:moveTo>
                  <a:pt x="0" y="0"/>
                </a:moveTo>
                <a:lnTo>
                  <a:pt x="6775368" y="0"/>
                </a:lnTo>
                <a:lnTo>
                  <a:pt x="6775368" y="6852459"/>
                </a:lnTo>
                <a:lnTo>
                  <a:pt x="0" y="6852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802019">
            <a:off x="-5307985" y="5780024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3" id="13"/>
          <p:cNvSpPr txBox="true"/>
          <p:nvPr/>
        </p:nvSpPr>
        <p:spPr>
          <a:xfrm rot="-1802019">
            <a:off x="7627665" y="6926415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4" id="14"/>
          <p:cNvSpPr txBox="true"/>
          <p:nvPr/>
        </p:nvSpPr>
        <p:spPr>
          <a:xfrm rot="-1802019">
            <a:off x="15910921" y="2168819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  <p:sp>
        <p:nvSpPr>
          <p:cNvPr name="TextBox 15" id="15"/>
          <p:cNvSpPr txBox="true"/>
          <p:nvPr/>
        </p:nvSpPr>
        <p:spPr>
          <a:xfrm rot="-1802019">
            <a:off x="13070947" y="7627006"/>
            <a:ext cx="7737120" cy="298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6"/>
              </a:lnSpc>
            </a:pPr>
            <a:r>
              <a:rPr lang="en-US" sz="17461">
                <a:solidFill>
                  <a:srgbClr val="C1FF72">
                    <a:alpha val="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SCRUM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0" cy="10287000"/>
            <a:chOff x="0" y="0"/>
            <a:chExt cx="64221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8000" y="0"/>
            <a:ext cx="3048000" cy="10287000"/>
            <a:chOff x="0" y="0"/>
            <a:chExt cx="642212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6000" y="0"/>
            <a:ext cx="3048000" cy="10287000"/>
            <a:chOff x="0" y="0"/>
            <a:chExt cx="642212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0"/>
            <a:ext cx="3048000" cy="10287000"/>
            <a:chOff x="0" y="0"/>
            <a:chExt cx="642212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0" y="0"/>
            <a:ext cx="3048000" cy="10287000"/>
            <a:chOff x="0" y="0"/>
            <a:chExt cx="642212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40000" y="0"/>
            <a:ext cx="3048000" cy="10287000"/>
            <a:chOff x="0" y="0"/>
            <a:chExt cx="642212" cy="21674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1057" y="5481948"/>
            <a:ext cx="2925886" cy="500090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09057" y="5481948"/>
            <a:ext cx="2925886" cy="5000909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57057" y="5481948"/>
            <a:ext cx="2925886" cy="5000909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03508" y="5481948"/>
            <a:ext cx="2925886" cy="5000909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51508" y="5481948"/>
            <a:ext cx="2925886" cy="5000909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01057" y="5481948"/>
            <a:ext cx="2925886" cy="5000909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-762170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2188686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5189354" y="2619837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8285633" y="2667164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1237418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4286967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668775" cy="10287000"/>
            <a:chOff x="0" y="0"/>
            <a:chExt cx="224790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7906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47906">
                  <a:moveTo>
                    <a:pt x="0" y="0"/>
                  </a:moveTo>
                  <a:lnTo>
                    <a:pt x="2247906" y="0"/>
                  </a:lnTo>
                  <a:lnTo>
                    <a:pt x="224790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47906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68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2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78338" y="1713505"/>
            <a:ext cx="4815535" cy="8230686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98529" y="7884474"/>
            <a:ext cx="1462943" cy="2500454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22529" y="7884474"/>
            <a:ext cx="1462943" cy="2500454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10238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1738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990364" y="6160837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" y="0"/>
            <a:ext cx="10668000" cy="10287000"/>
            <a:chOff x="0" y="0"/>
            <a:chExt cx="4495486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486">
                  <a:moveTo>
                    <a:pt x="0" y="0"/>
                  </a:moveTo>
                  <a:lnTo>
                    <a:pt x="4495486" y="0"/>
                  </a:lnTo>
                  <a:lnTo>
                    <a:pt x="4495486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5486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92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22529" y="7884474"/>
            <a:ext cx="1462943" cy="2500454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-5400000">
            <a:off x="11738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23" id="23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24" id="24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50233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2162259" y="6160837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8000" y="0"/>
            <a:ext cx="10668000" cy="10287000"/>
            <a:chOff x="0" y="0"/>
            <a:chExt cx="4495486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486">
                  <a:moveTo>
                    <a:pt x="0" y="0"/>
                  </a:moveTo>
                  <a:lnTo>
                    <a:pt x="4495486" y="0"/>
                  </a:lnTo>
                  <a:lnTo>
                    <a:pt x="4495486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5486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19" id="19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74233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3638927" y="6113504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1225" y="0"/>
            <a:ext cx="10668775" cy="10287000"/>
            <a:chOff x="0" y="0"/>
            <a:chExt cx="4495813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813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813">
                  <a:moveTo>
                    <a:pt x="0" y="0"/>
                  </a:moveTo>
                  <a:lnTo>
                    <a:pt x="4495813" y="0"/>
                  </a:lnTo>
                  <a:lnTo>
                    <a:pt x="4495813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5813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047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77754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2593902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97846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5209866" y="6160831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4451" y="0"/>
            <a:ext cx="10669549" cy="10287000"/>
            <a:chOff x="0" y="0"/>
            <a:chExt cx="4496139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140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6140">
                  <a:moveTo>
                    <a:pt x="0" y="0"/>
                  </a:moveTo>
                  <a:lnTo>
                    <a:pt x="4496140" y="0"/>
                  </a:lnTo>
                  <a:lnTo>
                    <a:pt x="4496140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6139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48000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78529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2594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571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01754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4142042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21458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6667145" y="6066166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9225" y="0"/>
            <a:ext cx="10668775" cy="10287000"/>
            <a:chOff x="0" y="0"/>
            <a:chExt cx="4495813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813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813">
                  <a:moveTo>
                    <a:pt x="0" y="0"/>
                  </a:moveTo>
                  <a:lnTo>
                    <a:pt x="4495813" y="0"/>
                  </a:lnTo>
                  <a:lnTo>
                    <a:pt x="4495813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495813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4800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78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2594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571225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01754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4142042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095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42212" cy="442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24979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561793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45846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8191145" y="6066166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0" cy="10287000"/>
            <a:chOff x="0" y="0"/>
            <a:chExt cx="64221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B0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8000" y="0"/>
            <a:ext cx="3048000" cy="10287000"/>
            <a:chOff x="0" y="0"/>
            <a:chExt cx="642212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6000" y="0"/>
            <a:ext cx="3048000" cy="10287000"/>
            <a:chOff x="0" y="0"/>
            <a:chExt cx="642212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0"/>
            <a:ext cx="3048000" cy="10287000"/>
            <a:chOff x="0" y="0"/>
            <a:chExt cx="642212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0" y="0"/>
            <a:ext cx="3048000" cy="10287000"/>
            <a:chOff x="0" y="0"/>
            <a:chExt cx="642212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D47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40000" y="0"/>
            <a:ext cx="3048000" cy="10287000"/>
            <a:chOff x="0" y="0"/>
            <a:chExt cx="642212" cy="21674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642212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1057" y="5481948"/>
            <a:ext cx="2925886" cy="500090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09057" y="5481948"/>
            <a:ext cx="2925886" cy="5000909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57057" y="5481948"/>
            <a:ext cx="2925886" cy="5000909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03508" y="5481948"/>
            <a:ext cx="2925886" cy="5000909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51508" y="5481948"/>
            <a:ext cx="2925886" cy="5000909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01057" y="5481948"/>
            <a:ext cx="2925886" cy="5000909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-762170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2188686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5189354" y="2619837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8285633" y="2667164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1237418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4286967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79899" y="3431811"/>
            <a:ext cx="13779401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Patrón de Arquitectura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8971" y="4945744"/>
            <a:ext cx="10010329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Cliente-Servidor</a:t>
            </a:r>
          </a:p>
        </p:txBody>
      </p:sp>
      <p:grpSp>
        <p:nvGrpSpPr>
          <p:cNvPr name="Group 7" id="7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700000">
            <a:off x="1795344" y="4642745"/>
            <a:ext cx="968661" cy="8111706"/>
            <a:chOff x="0" y="0"/>
            <a:chExt cx="255121" cy="21364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3675" y="3914304"/>
            <a:ext cx="844768" cy="1416532"/>
          </a:xfrm>
          <a:custGeom>
            <a:avLst/>
            <a:gdLst/>
            <a:ahLst/>
            <a:cxnLst/>
            <a:rect r="r" b="b" t="t" l="l"/>
            <a:pathLst>
              <a:path h="1416532" w="844768">
                <a:moveTo>
                  <a:pt x="0" y="0"/>
                </a:moveTo>
                <a:lnTo>
                  <a:pt x="844768" y="0"/>
                </a:lnTo>
                <a:lnTo>
                  <a:pt x="844768" y="1416532"/>
                </a:lnTo>
                <a:lnTo>
                  <a:pt x="0" y="1416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78379" y="3914304"/>
            <a:ext cx="1416532" cy="1416532"/>
          </a:xfrm>
          <a:custGeom>
            <a:avLst/>
            <a:gdLst/>
            <a:ahLst/>
            <a:cxnLst/>
            <a:rect r="r" b="b" t="t" l="l"/>
            <a:pathLst>
              <a:path h="1416532" w="1416532">
                <a:moveTo>
                  <a:pt x="0" y="0"/>
                </a:moveTo>
                <a:lnTo>
                  <a:pt x="1416531" y="0"/>
                </a:lnTo>
                <a:lnTo>
                  <a:pt x="1416531" y="1416532"/>
                </a:lnTo>
                <a:lnTo>
                  <a:pt x="0" y="1416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48581" y="3914304"/>
            <a:ext cx="1181033" cy="1416532"/>
          </a:xfrm>
          <a:custGeom>
            <a:avLst/>
            <a:gdLst/>
            <a:ahLst/>
            <a:cxnLst/>
            <a:rect r="r" b="b" t="t" l="l"/>
            <a:pathLst>
              <a:path h="1416532" w="1181033">
                <a:moveTo>
                  <a:pt x="0" y="0"/>
                </a:moveTo>
                <a:lnTo>
                  <a:pt x="1181033" y="0"/>
                </a:lnTo>
                <a:lnTo>
                  <a:pt x="1181033" y="1416532"/>
                </a:lnTo>
                <a:lnTo>
                  <a:pt x="0" y="1416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8443" y="4622570"/>
            <a:ext cx="5089935" cy="292106"/>
            <a:chOff x="0" y="0"/>
            <a:chExt cx="8225536" cy="472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25536" cy="472055"/>
            </a:xfrm>
            <a:custGeom>
              <a:avLst/>
              <a:gdLst/>
              <a:ahLst/>
              <a:cxnLst/>
              <a:rect r="r" b="b" t="t" l="l"/>
              <a:pathLst>
                <a:path h="472055" w="8225536">
                  <a:moveTo>
                    <a:pt x="8225536" y="236028"/>
                  </a:moveTo>
                  <a:lnTo>
                    <a:pt x="7819136" y="0"/>
                  </a:lnTo>
                  <a:lnTo>
                    <a:pt x="7819136" y="203200"/>
                  </a:lnTo>
                  <a:lnTo>
                    <a:pt x="0" y="203200"/>
                  </a:lnTo>
                  <a:lnTo>
                    <a:pt x="0" y="268855"/>
                  </a:lnTo>
                  <a:lnTo>
                    <a:pt x="7819136" y="268855"/>
                  </a:lnTo>
                  <a:lnTo>
                    <a:pt x="7819136" y="472055"/>
                  </a:lnTo>
                  <a:lnTo>
                    <a:pt x="8225536" y="236028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17475"/>
              <a:ext cx="8123936" cy="15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94910" y="4622570"/>
            <a:ext cx="4753670" cy="292106"/>
            <a:chOff x="0" y="0"/>
            <a:chExt cx="7682118" cy="4720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2118" cy="472055"/>
            </a:xfrm>
            <a:custGeom>
              <a:avLst/>
              <a:gdLst/>
              <a:ahLst/>
              <a:cxnLst/>
              <a:rect r="r" b="b" t="t" l="l"/>
              <a:pathLst>
                <a:path h="472055" w="7682118">
                  <a:moveTo>
                    <a:pt x="7682118" y="236028"/>
                  </a:moveTo>
                  <a:lnTo>
                    <a:pt x="7275718" y="0"/>
                  </a:lnTo>
                  <a:lnTo>
                    <a:pt x="7275718" y="203200"/>
                  </a:lnTo>
                  <a:lnTo>
                    <a:pt x="0" y="203200"/>
                  </a:lnTo>
                  <a:lnTo>
                    <a:pt x="0" y="268855"/>
                  </a:lnTo>
                  <a:lnTo>
                    <a:pt x="7275718" y="268855"/>
                  </a:lnTo>
                  <a:lnTo>
                    <a:pt x="7275718" y="472055"/>
                  </a:lnTo>
                  <a:lnTo>
                    <a:pt x="7682118" y="236028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7475"/>
              <a:ext cx="7580518" cy="15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168604" y="4867051"/>
            <a:ext cx="864808" cy="46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84828" y="5413352"/>
            <a:ext cx="1908538" cy="95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75561" y="5413352"/>
            <a:ext cx="4022167" cy="95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Django +</a:t>
            </a:r>
          </a:p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Django Rest Framework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4634" y="5413352"/>
            <a:ext cx="2142851" cy="95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React Native </a:t>
            </a:r>
          </a:p>
          <a:p>
            <a:pPr algn="ctr">
              <a:lnSpc>
                <a:spcPts val="3896"/>
              </a:lnSpc>
            </a:pPr>
            <a:r>
              <a:rPr lang="en-US" sz="27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(Cliente)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7217" y="8195983"/>
            <a:ext cx="12998856" cy="106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0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 dia</a:t>
            </a:r>
            <a:r>
              <a:rPr lang="en-US" sz="20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grama de muestra es la arquitectura cliente-servidor de nuestra aplicación, basada en Django con DRF para el backend y React Native para el cliente. Incluye la autenticación con JWT, el almacenamiento seguro y la comunicación con la API mediante sus endpoints.</a:t>
            </a:r>
          </a:p>
        </p:txBody>
      </p:sp>
      <p:grpSp>
        <p:nvGrpSpPr>
          <p:cNvPr name="Group 16" id="16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700000">
            <a:off x="16247653" y="-3351943"/>
            <a:ext cx="968661" cy="8111706"/>
            <a:chOff x="0" y="0"/>
            <a:chExt cx="255121" cy="21364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55121" cy="222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8123" y="3841641"/>
            <a:ext cx="16931755" cy="2603718"/>
            <a:chOff x="0" y="0"/>
            <a:chExt cx="22575673" cy="34716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23850"/>
              <a:ext cx="22575673" cy="3795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62"/>
                </a:lnSpc>
              </a:pPr>
              <a:r>
                <a:rPr lang="en-US" sz="17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Muchas gracias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11194084" y="1735812"/>
              <a:ext cx="639910" cy="559921"/>
              <a:chOff x="0" y="0"/>
              <a:chExt cx="812800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38100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169649" lIns="169649" bIns="169649" rIns="169649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DAG5SZZAR8s</dc:identifier>
  <dcterms:modified xsi:type="dcterms:W3CDTF">2011-08-01T06:04:30Z</dcterms:modified>
  <cp:revision>1</cp:revision>
  <dc:title>Copia de Remember You</dc:title>
</cp:coreProperties>
</file>